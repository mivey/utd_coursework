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30259-B940-4AC9-97AB-B9CCD247086F}" v="1" dt="2024-12-16T10:59:59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Ivey" userId="226b8ac026db4664" providerId="LiveId" clId="{64430259-B940-4AC9-97AB-B9CCD247086F}"/>
    <pc:docChg chg="addSld delSld modSld sldOrd">
      <pc:chgData name="Mark Ivey" userId="226b8ac026db4664" providerId="LiveId" clId="{64430259-B940-4AC9-97AB-B9CCD247086F}" dt="2024-12-16T11:00:04.322" v="22" actId="14100"/>
      <pc:docMkLst>
        <pc:docMk/>
      </pc:docMkLst>
      <pc:sldChg chg="new del ord">
        <pc:chgData name="Mark Ivey" userId="226b8ac026db4664" providerId="LiveId" clId="{64430259-B940-4AC9-97AB-B9CCD247086F}" dt="2024-12-16T10:34:22.706" v="3" actId="47"/>
        <pc:sldMkLst>
          <pc:docMk/>
          <pc:sldMk cId="1321749053" sldId="263"/>
        </pc:sldMkLst>
      </pc:sldChg>
      <pc:sldChg chg="addSp modSp new mod modAnim">
        <pc:chgData name="Mark Ivey" userId="226b8ac026db4664" providerId="LiveId" clId="{64430259-B940-4AC9-97AB-B9CCD247086F}" dt="2024-12-16T11:00:04.322" v="22" actId="14100"/>
        <pc:sldMkLst>
          <pc:docMk/>
          <pc:sldMk cId="4031341774" sldId="263"/>
        </pc:sldMkLst>
        <pc:spChg chg="mod">
          <ac:chgData name="Mark Ivey" userId="226b8ac026db4664" providerId="LiveId" clId="{64430259-B940-4AC9-97AB-B9CCD247086F}" dt="2024-12-16T10:34:32.792" v="19" actId="20577"/>
          <ac:spMkLst>
            <pc:docMk/>
            <pc:sldMk cId="4031341774" sldId="263"/>
            <ac:spMk id="2" creationId="{41A1E6CF-525A-DA75-8C15-65EF4011A5A9}"/>
          </ac:spMkLst>
        </pc:spChg>
        <pc:picChg chg="add mod">
          <ac:chgData name="Mark Ivey" userId="226b8ac026db4664" providerId="LiveId" clId="{64430259-B940-4AC9-97AB-B9CCD247086F}" dt="2024-12-16T11:00:04.322" v="22" actId="14100"/>
          <ac:picMkLst>
            <pc:docMk/>
            <pc:sldMk cId="4031341774" sldId="263"/>
            <ac:picMk id="3" creationId="{A139C3E0-AE44-42C0-3707-308B6C76B2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B840-FA4A-103C-5C5D-C4C9E2661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52689-6B0F-9865-02E7-464B25737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DA21B-E4D5-2583-2638-FDDAD65D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979E9-24A5-A76B-60B9-5F0ECAC74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7FBC-0C6F-70E3-A02E-F78E9142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9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C7A3-DB14-513C-3061-FE91846F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E8D8C-0A90-C97A-92AA-C7B18B18D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FDF58-9485-C0DC-C83D-78ECE553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E3208-EC01-2E2F-6234-894A0770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AD1CA-6739-5712-EAB2-7AF44C64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8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21C1-AB0B-AB90-36A7-1D24A253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C375-A629-0117-4AB7-6C2CFEAA3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0EB2D-D05C-0587-7A90-52B800AE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EA1A7-D0F3-275C-E999-E93EF3C3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0B5BF-4BC7-5987-A105-FA770F4F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3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0549-1626-AB1C-AF96-836BB711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54A9-A6F0-5EE8-6277-4FE392341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51DD9-FCF5-79FE-467A-641AB71BE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BAA24-F993-B0B9-2817-6254AFB2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FE653-CD35-EBE0-5E67-C7B969CD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74B2A-6785-E469-611B-3BFC12C1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71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703E-A381-E426-7307-958AA7C2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67FBC-CD13-4B65-DF12-C2A56A92E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0CF6F-791F-1F44-AF51-2E8C547A7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AE33F-B1F2-727E-4BC4-E9983D871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5D754-502F-FC4F-9E71-697DD0F38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5A4AE-EEF5-22A4-8564-4C81E0A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701D0-AA60-873C-A38B-A8A7E4A3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96B10-B3D1-0743-AD75-590A4DC5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4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2B2E-F741-2626-B8FC-21CDD29C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53C41-B6EB-D88C-8F39-4A13409F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D8F1A-87F9-FA84-E20D-52BB015B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28224-9ACE-720E-F8E3-D9419C50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1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66E2E-D34B-E362-2F0D-343C09FB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108DF-8137-FE37-875F-59A6256F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A6DD6-1071-1A96-03C0-5507FB6C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8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60F2-4770-9F97-372C-B2567B0F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1E8F-479E-5A8A-A2F3-F758B6B88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C53EA-1090-7896-07FC-0E5F64230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1DF2E-8DF4-9B81-D9EE-ADC3C054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A5FF5-6681-EE73-D425-CA473F897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53504-2194-54DA-DADC-85F7AED7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7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1C50-D82C-C032-997C-551B13A8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B12DF-6956-0FF3-29E1-83916474F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1EDDE-FA44-471A-BE01-FD4393152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E7ADF-CC17-802D-E0D0-293F0F38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60976-F428-585B-E9E3-91313251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C5BED-B1BF-7D56-5FF9-BF2B30E4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9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54C0B-EBA6-F64A-F484-FAE6B33D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5622E-65B9-BF87-E5CF-973CFACE4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A47B0-6839-AC10-9C8B-565236FD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EA1D2-568D-5046-3AA7-CF6D7943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6587A-F5D3-0336-182C-5BF7FE6E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8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C3347E-AAB9-08A5-7202-25D21E46C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7C93D-DB56-1D2E-D222-EE19F34B3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1BF7E-2E54-E27D-76CE-93D17CAD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FABBB-9DFB-9DD9-911D-9834D2CE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C0933-EFD7-AB39-76DA-22C9E497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5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F97BB-79AD-E736-FB04-06D1C0E1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A1E4A-E200-2921-9445-0069A3C54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267A-0B09-27D1-2DA1-F43048719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D018A-FDEB-4E62-8335-568A2CE6E5E7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467F-8A64-A1C7-53A2-5BC68D064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EE35-9C12-C94B-4224-ABE7F65C0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4EFA2-AFF6-42ED-981B-ABA3D012A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0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QczR5-E6GMA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75E4-04FB-6E9C-4AB8-32CEF502D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3B95F-3790-5AFB-B961-936C7F1026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EEDG 6370</a:t>
            </a:r>
          </a:p>
          <a:p>
            <a:r>
              <a:rPr lang="en-US" dirty="0"/>
              <a:t>Mark Ivey</a:t>
            </a:r>
          </a:p>
          <a:p>
            <a:r>
              <a:rPr lang="en-US" dirty="0"/>
              <a:t>12/16/2024</a:t>
            </a:r>
          </a:p>
        </p:txBody>
      </p:sp>
    </p:spTree>
    <p:extLst>
      <p:ext uri="{BB962C8B-B14F-4D97-AF65-F5344CB8AC3E}">
        <p14:creationId xmlns:p14="http://schemas.microsoft.com/office/powerpoint/2010/main" val="372444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59AE-EBB2-B21E-0DE9-5DB01AAA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27F09-67CB-9BED-2C3C-44632F127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this project, we were to take the </a:t>
            </a:r>
            <a:r>
              <a:rPr lang="en-US" dirty="0" err="1"/>
              <a:t>sobel.c</a:t>
            </a:r>
            <a:r>
              <a:rPr lang="en-US" dirty="0"/>
              <a:t> file and implement it in hardware on the Cyclone V.</a:t>
            </a:r>
          </a:p>
          <a:p>
            <a:r>
              <a:rPr lang="en-US" dirty="0"/>
              <a:t>We were to pass an image from the HPS to the FPGA, process the calculations there, and return the results for the HPS to reconstruct the filtered file. </a:t>
            </a:r>
          </a:p>
          <a:p>
            <a:r>
              <a:rPr lang="en-US" dirty="0"/>
              <a:t>We were to use the various tools at our disposal to synthesize the hardware and create the software.</a:t>
            </a:r>
          </a:p>
        </p:txBody>
      </p:sp>
    </p:spTree>
    <p:extLst>
      <p:ext uri="{BB962C8B-B14F-4D97-AF65-F5344CB8AC3E}">
        <p14:creationId xmlns:p14="http://schemas.microsoft.com/office/powerpoint/2010/main" val="386854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F295-E869-6B01-0B1A-208F6CF3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7214-1D9D-2E8C-0B0F-FAF00B151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19553" cy="4351338"/>
          </a:xfrm>
        </p:spPr>
        <p:txBody>
          <a:bodyPr/>
          <a:lstStyle/>
          <a:p>
            <a:r>
              <a:rPr lang="en-US" dirty="0"/>
              <a:t>I was unable to get the hardware to work completely. </a:t>
            </a:r>
          </a:p>
          <a:p>
            <a:pPr lvl="1"/>
            <a:r>
              <a:rPr lang="en-US" dirty="0"/>
              <a:t>More specifically I do not believe my C code is properly configured to recover the data sent. </a:t>
            </a:r>
          </a:p>
          <a:p>
            <a:pPr lvl="1"/>
            <a:r>
              <a:rPr lang="en-US" dirty="0"/>
              <a:t>Pictured is the output of a loopback test, passing though the FIFO’s.</a:t>
            </a:r>
          </a:p>
          <a:p>
            <a:pPr lvl="1"/>
            <a:r>
              <a:rPr lang="en-US" dirty="0"/>
              <a:t>I was unable to get the filtering to work</a:t>
            </a:r>
          </a:p>
        </p:txBody>
      </p:sp>
      <p:pic>
        <p:nvPicPr>
          <p:cNvPr id="5" name="Picture 4" descr="A blurry image of a person&#10;&#10;Description automatically generated">
            <a:extLst>
              <a:ext uri="{FF2B5EF4-FFF2-40B4-BE49-F238E27FC236}">
                <a16:creationId xmlns:a16="http://schemas.microsoft.com/office/drawing/2014/main" id="{0996F058-8C66-F27B-A1C1-447901CDC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39" y="1825625"/>
            <a:ext cx="3275215" cy="327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3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4C0A-B114-9B7B-A33A-537C7B65A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9641-8689-C37E-C9D1-163B244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53118" cy="4351338"/>
          </a:xfrm>
        </p:spPr>
        <p:txBody>
          <a:bodyPr/>
          <a:lstStyle/>
          <a:p>
            <a:r>
              <a:rPr lang="en-US" dirty="0"/>
              <a:t>I was able to get the software to successfully convert the images, with the batman file taking 22.8 seconds, and the girl taking 0.33 seconds.</a:t>
            </a:r>
          </a:p>
        </p:txBody>
      </p:sp>
      <p:pic>
        <p:nvPicPr>
          <p:cNvPr id="5" name="Picture 4" descr="A person wearing a hat&#10;&#10;Description automatically generated">
            <a:extLst>
              <a:ext uri="{FF2B5EF4-FFF2-40B4-BE49-F238E27FC236}">
                <a16:creationId xmlns:a16="http://schemas.microsoft.com/office/drawing/2014/main" id="{5B0AC246-03E7-CBBE-974A-00E894E1D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537" y="471488"/>
            <a:ext cx="2438400" cy="2438400"/>
          </a:xfrm>
          <a:prstGeom prst="rect">
            <a:avLst/>
          </a:prstGeom>
        </p:spPr>
      </p:pic>
      <p:pic>
        <p:nvPicPr>
          <p:cNvPr id="7" name="Picture 6" descr="A drawing of a dragon&#10;&#10;Description automatically generated with medium confidence">
            <a:extLst>
              <a:ext uri="{FF2B5EF4-FFF2-40B4-BE49-F238E27FC236}">
                <a16:creationId xmlns:a16="http://schemas.microsoft.com/office/drawing/2014/main" id="{D22D5D96-1E95-3893-F93A-58803CE48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992" y="3303887"/>
            <a:ext cx="5853659" cy="329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7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FE09-A0BE-33F0-E017-FE822461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D8F5-5362-64AA-C882-2FAFBB9A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implement the </a:t>
            </a:r>
            <a:r>
              <a:rPr lang="en-US" dirty="0" err="1"/>
              <a:t>sobel</a:t>
            </a:r>
            <a:r>
              <a:rPr lang="en-US" dirty="0"/>
              <a:t> in hardware, the plan was to use two FIFO’s to send and receive data from the FPGA fabric. </a:t>
            </a:r>
          </a:p>
          <a:p>
            <a:r>
              <a:rPr lang="en-US" dirty="0"/>
              <a:t>This proved very difficult as HAL files I initially planned to use were not completely available. The macros I found appear to work, but implementing them properly was a challenge. </a:t>
            </a:r>
          </a:p>
          <a:p>
            <a:r>
              <a:rPr lang="en-US" dirty="0"/>
              <a:t>Things I did not try were some of the other options in the next slide, and the use of CWB to try and speed up the software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79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D2D-027F-C4ED-504E-79F80F9C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Options I Did Not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4E14-7065-75F3-404D-CEECE1315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thinking about implementing this project, I thought of a few ways that it could be done, of varying difficulty:</a:t>
            </a:r>
          </a:p>
          <a:p>
            <a:pPr lvl="1"/>
            <a:r>
              <a:rPr lang="en-US" dirty="0"/>
              <a:t>GPIO pins to create a custom interface</a:t>
            </a:r>
          </a:p>
          <a:p>
            <a:pPr lvl="1"/>
            <a:r>
              <a:rPr lang="en-US" dirty="0"/>
              <a:t>DMA </a:t>
            </a:r>
          </a:p>
          <a:p>
            <a:pPr lvl="1"/>
            <a:r>
              <a:rPr lang="en-US" dirty="0"/>
              <a:t>Use of the SDRAM as a scratch area to process the image</a:t>
            </a:r>
          </a:p>
          <a:p>
            <a:pPr lvl="1"/>
            <a:r>
              <a:rPr lang="en-US" dirty="0"/>
              <a:t>Edge detection IP</a:t>
            </a:r>
          </a:p>
        </p:txBody>
      </p:sp>
    </p:spTree>
    <p:extLst>
      <p:ext uri="{BB962C8B-B14F-4D97-AF65-F5344CB8AC3E}">
        <p14:creationId xmlns:p14="http://schemas.microsoft.com/office/powerpoint/2010/main" val="144904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E6CF-525A-DA75-8C15-65EF4011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Video</a:t>
            </a:r>
          </a:p>
        </p:txBody>
      </p:sp>
      <p:pic>
        <p:nvPicPr>
          <p:cNvPr id="3" name="Online Media 2" title="Final Project">
            <a:hlinkClick r:id="" action="ppaction://media"/>
            <a:extLst>
              <a:ext uri="{FF2B5EF4-FFF2-40B4-BE49-F238E27FC236}">
                <a16:creationId xmlns:a16="http://schemas.microsoft.com/office/drawing/2014/main" id="{A139C3E0-AE44-42C0-3707-308B6C76B2D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91266" y="1934633"/>
            <a:ext cx="8043334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4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308</Words>
  <Application>Microsoft Office PowerPoint</Application>
  <PresentationFormat>Widescreen</PresentationFormat>
  <Paragraphs>26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Final Project</vt:lpstr>
      <vt:lpstr>Project Description</vt:lpstr>
      <vt:lpstr>Results</vt:lpstr>
      <vt:lpstr>Software Filter</vt:lpstr>
      <vt:lpstr>The Implementation</vt:lpstr>
      <vt:lpstr>Alternative Options I Did Not Explore</vt:lpstr>
      <vt:lpstr>YouTube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Ivey</dc:creator>
  <cp:lastModifiedBy>Mark Ivey</cp:lastModifiedBy>
  <cp:revision>1</cp:revision>
  <dcterms:created xsi:type="dcterms:W3CDTF">2024-12-16T07:22:25Z</dcterms:created>
  <dcterms:modified xsi:type="dcterms:W3CDTF">2024-12-16T11:00:07Z</dcterms:modified>
</cp:coreProperties>
</file>